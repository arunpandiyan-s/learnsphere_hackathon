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B87B63-BA33-4CEB-8890-6FC00E95559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E8A900-14AC-4A94-AD3C-9AE07BD5C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551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249D0-EAA4-3AD3-AD22-17097D647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C2E76E-425C-1478-3E15-0FC65048E6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A09A6-52C3-10E2-B49A-537B940FB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EDF38-9A9F-450C-8B0F-2760E4C2E778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97E2B-12E6-2C16-4743-2A727E6BD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6EA74-4E4E-1A27-9CC7-46062E222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091A5-8E4C-457B-BF98-FF7049144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936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CB3A6-9442-02ED-5B9F-1E39F8983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7C903-294B-F56B-03F7-BB27C8803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58E4F-3ACA-2A76-8F05-664691855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EDF38-9A9F-450C-8B0F-2760E4C2E778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E8C74-6B10-D514-193D-EE5214D2A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7B92A-F032-A0F0-EBFA-FD0DCA03E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091A5-8E4C-457B-BF98-FF7049144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076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317A-ED3E-1775-3E0A-C7ED5C2F4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F6E32-A13C-B166-AAC4-42F6534B5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1FC2D-A345-49BE-5946-8DA7CF862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EDF38-9A9F-450C-8B0F-2760E4C2E778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23DF7-6460-2C93-B658-EC3F7AA8B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31C59-5668-0EF3-561A-58D4A3701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091A5-8E4C-457B-BF98-FF7049144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839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E25B7-4AF9-163E-8860-0BBC997BD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DEE91-9195-0886-981D-4DA565F1EB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10FC40-E56F-405A-7E7F-AFE50BEB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184D25-8E48-599F-3302-A6FD441B5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EDF38-9A9F-450C-8B0F-2760E4C2E778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41D84E-EDEF-61C9-87D2-B25DD4065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44C1D8-ABED-8247-29CF-959E0016D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091A5-8E4C-457B-BF98-FF7049144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704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7C4E-36F8-6247-587B-3096B0395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6702B-8907-4149-BF24-AC7DB864E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6863E8-7F0F-D52E-6A8A-4BC3BB402D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BC9BD3-3D3E-EC73-4C6C-493478ACC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4F7D8D-C29A-D6D3-36EA-D6A59CBEE7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87A8DD-BE90-2E10-D241-3BBD428E0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EDF38-9A9F-450C-8B0F-2760E4C2E778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00009D-F6F0-A92E-4E17-08FCA9B0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35FADC-6BAB-5331-3411-1EC5596CF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091A5-8E4C-457B-BF98-FF7049144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2025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4EA49-98C1-1C9D-5E38-26B985AC2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3F3C4C-B37D-660D-0F76-E1FF43C07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EDF38-9A9F-450C-8B0F-2760E4C2E778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FC6D1-3A6B-8B90-EBEB-80A21FEFD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AA8BB6-E61E-2C2F-3A2E-20EC9B659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091A5-8E4C-457B-BF98-FF7049144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286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AC7E6E-741C-E28A-B782-04DB9EFF6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EDF38-9A9F-450C-8B0F-2760E4C2E778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8AEC8-5783-6552-F71A-9BCB6040A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676E8-5C3D-D348-2807-11704E08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091A5-8E4C-457B-BF98-FF7049144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919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97038-301C-2E9D-8630-EC8AA00F3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98A57-1E04-8DAC-4DF9-78B9E0894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D19B1F-148B-0038-F126-32312F3E6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5C28F9-5B37-B380-BE26-3ACCA3040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EDF38-9A9F-450C-8B0F-2760E4C2E778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C0B75-9950-CE47-FD50-D09AFEA8F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CAD88B-89EF-2BC3-F27D-B3D9ABC98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091A5-8E4C-457B-BF98-FF7049144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852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39BD8-EDC8-D4FD-B7B0-388B9914E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46EF46-4B69-5176-843B-D89E0F3425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63DB2B-2CFE-80DE-7E16-70C940FCF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EB587F-6152-8D1F-746A-56E998241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EDF38-9A9F-450C-8B0F-2760E4C2E778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E64F6-5E23-70E0-886D-188BB5B14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39AC4F-788C-E78A-56D2-4CF8FBE65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091A5-8E4C-457B-BF98-FF7049144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587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36668-B23E-E24C-48CF-557C7A59C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1EC0A7-1147-34E2-E6F4-D15BFDD5A7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355C6-21EE-A8BC-E0CB-9E3283A07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EDF38-9A9F-450C-8B0F-2760E4C2E778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AD0BA-B287-ACD8-C71F-BABD1AFDC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6E7FA-D842-8D86-A8B6-F99CAD91A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091A5-8E4C-457B-BF98-FF7049144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733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B157FF-D730-B1B1-6B55-AF6B3EED3B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BCC388-555B-D1D4-084D-CF3E218435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58E3D-B224-0E10-4A37-E28CC727C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EDF38-9A9F-450C-8B0F-2760E4C2E778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5D40E-EEAB-979E-7B77-DDE01BBBF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EBC8D-866C-6F7A-60F0-57F4C48F6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091A5-8E4C-457B-BF98-FF7049144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398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A0DC29-B28F-03A4-331A-12E84D8DC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8B1A2-5783-A10D-4925-A87925A63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F848F-4620-DF26-3DD8-543A23D873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7EDF38-9A9F-450C-8B0F-2760E4C2E778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FE749-FB71-7837-7EC3-6B9873261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77B0B-73CD-59AB-EDDB-954D030D6D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091A5-8E4C-457B-BF98-FF7049144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140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ursera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udemy.com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B9108-FC47-1A32-671A-2AE9D9E617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TEAM -019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1AFFA-5673-AC79-CFD8-F7B1DEF8513E}"/>
              </a:ext>
            </a:extLst>
          </p:cNvPr>
          <p:cNvSpPr txBox="1"/>
          <p:nvPr/>
        </p:nvSpPr>
        <p:spPr>
          <a:xfrm>
            <a:off x="8534401" y="5683045"/>
            <a:ext cx="3264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ARUNPANDIYAN S</a:t>
            </a:r>
          </a:p>
          <a:p>
            <a:r>
              <a:rPr lang="en-IN" dirty="0"/>
              <a:t>SNS COLLEGE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2371351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2FCC1-3D5F-F8F1-5B4E-6153C372A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201DD-5961-21FE-22CD-2299DE642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012" y="1980237"/>
            <a:ext cx="10515600" cy="2185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PSE1 – Personalized Learning Platform</a:t>
            </a:r>
          </a:p>
          <a:p>
            <a:pPr marL="0" indent="0">
              <a:buNone/>
            </a:pPr>
            <a:r>
              <a:rPr lang="en-US" sz="1800" b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Problem</a:t>
            </a: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Design an adaptive learning platform that can cater to individual student needs and learning styles while providing meaningful analytics to educators.</a:t>
            </a:r>
          </a:p>
          <a:p>
            <a:pPr marL="0" indent="0">
              <a:buNone/>
            </a:pP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Description: The platform should be able to assess student performance, identify learning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gaps, and provide personalized content recommendations.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E58D4-03EB-76AA-9C4C-42CEA7235B2D}"/>
              </a:ext>
            </a:extLst>
          </p:cNvPr>
          <p:cNvSpPr txBox="1"/>
          <p:nvPr/>
        </p:nvSpPr>
        <p:spPr>
          <a:xfrm>
            <a:off x="1061884" y="3871205"/>
            <a:ext cx="100682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No </a:t>
            </a:r>
            <a:r>
              <a:rPr lang="en-US" u="sng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personalized learning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path</a:t>
            </a:r>
            <a:endParaRPr lang="en-AS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Limited </a:t>
            </a:r>
            <a:r>
              <a:rPr 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AI-based doubt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clarification</a:t>
            </a:r>
            <a:endParaRPr lang="en-AS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Low engagement and </a:t>
            </a:r>
            <a:r>
              <a:rPr 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</a:t>
            </a:r>
            <a:endParaRPr lang="en-AS" sz="36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No </a:t>
            </a:r>
            <a:r>
              <a:rPr lang="en-US" u="sng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adaptive study</a:t>
            </a:r>
            <a:r>
              <a:rPr lang="en-US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planning</a:t>
            </a:r>
            <a:endParaRPr lang="en-AS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Poor analytics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for instructors and admins	</a:t>
            </a:r>
            <a:endParaRPr lang="en-AS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One-size-fits-all course structure</a:t>
            </a:r>
            <a:endParaRPr lang="en-AS" sz="36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4409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/>
        </p:nvSpPr>
        <p:spPr>
          <a:xfrm>
            <a:off x="574697" y="433882"/>
            <a:ext cx="10525400" cy="94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5"/>
              </a:lnSpc>
            </a:pPr>
            <a:r>
              <a:rPr lang="en-US" sz="44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sym typeface="Arial"/>
              </a:rPr>
              <a:t>EXISTING SOLUTION AND GAP</a:t>
            </a:r>
            <a:endParaRPr sz="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02;p2">
            <a:extLst>
              <a:ext uri="{FF2B5EF4-FFF2-40B4-BE49-F238E27FC236}">
                <a16:creationId xmlns:a16="http://schemas.microsoft.com/office/drawing/2014/main" id="{0217ECD4-3ABE-7521-051C-021D340A659F}"/>
              </a:ext>
            </a:extLst>
          </p:cNvPr>
          <p:cNvSpPr txBox="1"/>
          <p:nvPr/>
        </p:nvSpPr>
        <p:spPr>
          <a:xfrm>
            <a:off x="715489" y="1635184"/>
            <a:ext cx="2039431" cy="402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1867" b="1" dirty="0">
                <a:latin typeface="Cambria" panose="02040503050406030204" pitchFamily="18" charset="0"/>
                <a:ea typeface="Cambria" panose="02040503050406030204" pitchFamily="18" charset="0"/>
              </a:rPr>
              <a:t>Existing Solutions</a:t>
            </a:r>
            <a:endParaRPr sz="1867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12E4F77A-980C-8355-6F51-04A2CB21608D}"/>
              </a:ext>
            </a:extLst>
          </p:cNvPr>
          <p:cNvSpPr txBox="1"/>
          <p:nvPr/>
        </p:nvSpPr>
        <p:spPr>
          <a:xfrm>
            <a:off x="574697" y="3722158"/>
            <a:ext cx="4908426" cy="287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867" b="1" dirty="0">
                <a:latin typeface="Cambria" panose="02040503050406030204" pitchFamily="18" charset="0"/>
                <a:ea typeface="Cambria" panose="02040503050406030204" pitchFamily="18" charset="0"/>
              </a:rPr>
              <a:t>User Survey Insights (Sample Study)</a:t>
            </a:r>
          </a:p>
        </p:txBody>
      </p:sp>
      <p:sp>
        <p:nvSpPr>
          <p:cNvPr id="18" name="Google Shape;102;p2">
            <a:extLst>
              <a:ext uri="{FF2B5EF4-FFF2-40B4-BE49-F238E27FC236}">
                <a16:creationId xmlns:a16="http://schemas.microsoft.com/office/drawing/2014/main" id="{68184638-08D6-3A07-6B20-52D5203E6490}"/>
              </a:ext>
            </a:extLst>
          </p:cNvPr>
          <p:cNvSpPr txBox="1"/>
          <p:nvPr/>
        </p:nvSpPr>
        <p:spPr>
          <a:xfrm>
            <a:off x="1430914" y="4513044"/>
            <a:ext cx="7903987" cy="1149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17" indent="-342917">
              <a:buFont typeface="+mj-lt"/>
              <a:buAutoNum type="arabicPeriod"/>
            </a:pPr>
            <a:r>
              <a:rPr lang="en-AS" sz="1867" dirty="0">
                <a:latin typeface="Cambria" panose="02040503050406030204" pitchFamily="18" charset="0"/>
                <a:ea typeface="Cambria" panose="02040503050406030204" pitchFamily="18" charset="0"/>
              </a:rPr>
              <a:t>68% </a:t>
            </a:r>
            <a:r>
              <a:rPr lang="en-US" sz="1867" dirty="0">
                <a:latin typeface="Cambria" panose="02040503050406030204" pitchFamily="18" charset="0"/>
                <a:ea typeface="Cambria" panose="02040503050406030204" pitchFamily="18" charset="0"/>
              </a:rPr>
              <a:t>students struggle to choose the right course path</a:t>
            </a:r>
          </a:p>
          <a:p>
            <a:pPr marL="342917" indent="-342917">
              <a:buFont typeface="+mj-lt"/>
              <a:buAutoNum type="arabicPeriod"/>
            </a:pPr>
            <a:r>
              <a:rPr lang="en-AS" sz="1867" dirty="0">
                <a:latin typeface="Cambria" panose="02040503050406030204" pitchFamily="18" charset="0"/>
                <a:ea typeface="Cambria" panose="02040503050406030204" pitchFamily="18" charset="0"/>
              </a:rPr>
              <a:t>72% </a:t>
            </a:r>
            <a:r>
              <a:rPr lang="en-US" sz="1867" dirty="0">
                <a:latin typeface="Cambria" panose="02040503050406030204" pitchFamily="18" charset="0"/>
                <a:ea typeface="Cambria" panose="02040503050406030204" pitchFamily="18" charset="0"/>
              </a:rPr>
              <a:t>prefer AI-based doubt solving</a:t>
            </a:r>
          </a:p>
          <a:p>
            <a:pPr marL="342917" indent="-342917">
              <a:buFont typeface="+mj-lt"/>
              <a:buAutoNum type="arabicPeriod"/>
            </a:pPr>
            <a:r>
              <a:rPr lang="en-AS" sz="1867" dirty="0">
                <a:latin typeface="Cambria" panose="02040503050406030204" pitchFamily="18" charset="0"/>
                <a:ea typeface="Cambria" panose="02040503050406030204" pitchFamily="18" charset="0"/>
              </a:rPr>
              <a:t>61% </a:t>
            </a:r>
            <a:r>
              <a:rPr lang="en-US" sz="1867" dirty="0">
                <a:latin typeface="Cambria" panose="02040503050406030204" pitchFamily="18" charset="0"/>
                <a:ea typeface="Cambria" panose="02040503050406030204" pitchFamily="18" charset="0"/>
              </a:rPr>
              <a:t>want structured weekly study plans</a:t>
            </a:r>
          </a:p>
          <a:p>
            <a:pPr marL="342917" indent="-342917">
              <a:buFont typeface="+mj-lt"/>
              <a:buAutoNum type="arabicPeriod"/>
            </a:pPr>
            <a:r>
              <a:rPr lang="en-AS" sz="1867" dirty="0">
                <a:latin typeface="Cambria" panose="02040503050406030204" pitchFamily="18" charset="0"/>
                <a:ea typeface="Cambria" panose="02040503050406030204" pitchFamily="18" charset="0"/>
              </a:rPr>
              <a:t> 70% </a:t>
            </a:r>
            <a:r>
              <a:rPr lang="en-US" sz="1867" dirty="0">
                <a:latin typeface="Cambria" panose="02040503050406030204" pitchFamily="18" charset="0"/>
                <a:ea typeface="Cambria" panose="02040503050406030204" pitchFamily="18" charset="0"/>
              </a:rPr>
              <a:t>feel more motivated with rewards/badges</a:t>
            </a:r>
          </a:p>
        </p:txBody>
      </p:sp>
      <p:sp>
        <p:nvSpPr>
          <p:cNvPr id="19" name="Google Shape;102;p2">
            <a:extLst>
              <a:ext uri="{FF2B5EF4-FFF2-40B4-BE49-F238E27FC236}">
                <a16:creationId xmlns:a16="http://schemas.microsoft.com/office/drawing/2014/main" id="{46984685-705A-ABED-4D3B-D200C5FBE635}"/>
              </a:ext>
            </a:extLst>
          </p:cNvPr>
          <p:cNvSpPr txBox="1"/>
          <p:nvPr/>
        </p:nvSpPr>
        <p:spPr>
          <a:xfrm>
            <a:off x="974542" y="4123933"/>
            <a:ext cx="7156735" cy="287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867" dirty="0">
                <a:latin typeface="Cambria" panose="02040503050406030204" pitchFamily="18" charset="0"/>
                <a:ea typeface="Cambria" panose="02040503050406030204" pitchFamily="18" charset="0"/>
              </a:rPr>
              <a:t>From student feedback and research observations:</a:t>
            </a:r>
          </a:p>
        </p:txBody>
      </p:sp>
      <p:sp>
        <p:nvSpPr>
          <p:cNvPr id="20" name="Google Shape;102;p2">
            <a:extLst>
              <a:ext uri="{FF2B5EF4-FFF2-40B4-BE49-F238E27FC236}">
                <a16:creationId xmlns:a16="http://schemas.microsoft.com/office/drawing/2014/main" id="{7CF4057C-B60D-7834-6613-2F4390890FFB}"/>
              </a:ext>
            </a:extLst>
          </p:cNvPr>
          <p:cNvSpPr txBox="1"/>
          <p:nvPr/>
        </p:nvSpPr>
        <p:spPr>
          <a:xfrm>
            <a:off x="974542" y="5865908"/>
            <a:ext cx="7156735" cy="287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867" dirty="0">
                <a:latin typeface="Cambria" panose="02040503050406030204" pitchFamily="18" charset="0"/>
                <a:ea typeface="Cambria" panose="02040503050406030204" pitchFamily="18" charset="0"/>
              </a:rPr>
              <a:t>Conclusion: Students need an AI-driven intelligent .</a:t>
            </a:r>
            <a:endParaRPr lang="en-A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Google Shape;102;p2">
            <a:extLst>
              <a:ext uri="{FF2B5EF4-FFF2-40B4-BE49-F238E27FC236}">
                <a16:creationId xmlns:a16="http://schemas.microsoft.com/office/drawing/2014/main" id="{B563D14E-C2FA-EE94-65AA-A9586E9B5E74}"/>
              </a:ext>
            </a:extLst>
          </p:cNvPr>
          <p:cNvSpPr txBox="1"/>
          <p:nvPr/>
        </p:nvSpPr>
        <p:spPr>
          <a:xfrm>
            <a:off x="715489" y="2094636"/>
            <a:ext cx="5754137" cy="1149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04815" indent="-304815">
              <a:buFont typeface="Wingdings" panose="05000000000000000000" pitchFamily="2" charset="2"/>
              <a:buChar char="ü"/>
            </a:pPr>
            <a:r>
              <a:rPr lang="en-US" sz="1867" dirty="0">
                <a:latin typeface="Cambria" panose="02040503050406030204" pitchFamily="18" charset="0"/>
                <a:ea typeface="Cambria" panose="02040503050406030204" pitchFamily="18" charset="0"/>
              </a:rPr>
              <a:t>Coursera  </a:t>
            </a:r>
            <a:r>
              <a:rPr lang="en-US" sz="1867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https://www.coursera.org/</a:t>
            </a:r>
            <a:endParaRPr lang="en-US" sz="1867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04815" indent="-304815">
              <a:buFont typeface="Wingdings" panose="05000000000000000000" pitchFamily="2" charset="2"/>
              <a:buChar char="ü"/>
            </a:pPr>
            <a:r>
              <a:rPr lang="en-US" sz="1867" dirty="0">
                <a:latin typeface="Cambria" panose="02040503050406030204" pitchFamily="18" charset="0"/>
                <a:ea typeface="Cambria" panose="02040503050406030204" pitchFamily="18" charset="0"/>
              </a:rPr>
              <a:t>Udemy  </a:t>
            </a:r>
            <a:r>
              <a:rPr lang="en-US" sz="1867" dirty="0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https://www.udemy.com/</a:t>
            </a:r>
            <a:endParaRPr lang="en-US" sz="1867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04815" indent="-304815">
              <a:buFont typeface="Wingdings" panose="05000000000000000000" pitchFamily="2" charset="2"/>
              <a:buChar char="ü"/>
            </a:pPr>
            <a:r>
              <a:rPr lang="en-US" sz="1867" dirty="0">
                <a:latin typeface="Cambria" panose="02040503050406030204" pitchFamily="18" charset="0"/>
                <a:ea typeface="Cambria" panose="02040503050406030204" pitchFamily="18" charset="0"/>
              </a:rPr>
              <a:t>Traditional College LMS</a:t>
            </a:r>
          </a:p>
          <a:p>
            <a:pPr marL="304815" indent="-304815">
              <a:buFont typeface="Wingdings" panose="05000000000000000000" pitchFamily="2" charset="2"/>
              <a:buChar char="ü"/>
            </a:pPr>
            <a:r>
              <a:rPr lang="en-US" sz="1867" dirty="0">
                <a:latin typeface="Cambria" panose="02040503050406030204" pitchFamily="18" charset="0"/>
                <a:ea typeface="Cambria" panose="02040503050406030204" pitchFamily="18" charset="0"/>
              </a:rPr>
              <a:t>YouTube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2A9FAD-6E8B-1C38-3CD4-5CA26715DDAD}"/>
              </a:ext>
            </a:extLst>
          </p:cNvPr>
          <p:cNvSpPr txBox="1"/>
          <p:nvPr/>
        </p:nvSpPr>
        <p:spPr>
          <a:xfrm>
            <a:off x="511277" y="432620"/>
            <a:ext cx="108449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Cambria" panose="02040503050406030204" pitchFamily="18" charset="0"/>
                <a:ea typeface="Cambria" panose="02040503050406030204" pitchFamily="18" charset="0"/>
              </a:rPr>
              <a:t>PROPOSED SOLUTIONS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0A7F48-D33E-2421-DA0B-2D1CF317B40C}"/>
              </a:ext>
            </a:extLst>
          </p:cNvPr>
          <p:cNvSpPr txBox="1"/>
          <p:nvPr/>
        </p:nvSpPr>
        <p:spPr>
          <a:xfrm>
            <a:off x="624347" y="1769806"/>
            <a:ext cx="106188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AS" altLang="en-AS" dirty="0">
                <a:latin typeface="Cambria" panose="02040503050406030204" pitchFamily="18" charset="0"/>
                <a:ea typeface="Cambria" panose="02040503050406030204" pitchFamily="18" charset="0"/>
              </a:rPr>
              <a:t>Role-based login (Learner / Instructor / Admin)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AS" altLang="en-AS" dirty="0">
                <a:latin typeface="Cambria" panose="02040503050406030204" pitchFamily="18" charset="0"/>
                <a:ea typeface="Cambria" panose="02040503050406030204" pitchFamily="18" charset="0"/>
              </a:rPr>
              <a:t>AI Assistant powered by Llama 3.3 70B</a:t>
            </a:r>
            <a:r>
              <a:rPr lang="en-IN" altLang="en-AS" dirty="0">
                <a:latin typeface="Cambria" panose="02040503050406030204" pitchFamily="18" charset="0"/>
                <a:ea typeface="Cambria" panose="02040503050406030204" pitchFamily="18" charset="0"/>
              </a:rPr>
              <a:t> or </a:t>
            </a:r>
            <a:r>
              <a:rPr lang="en-IN" altLang="en-AS" dirty="0" err="1">
                <a:latin typeface="Cambria" panose="02040503050406030204" pitchFamily="18" charset="0"/>
                <a:ea typeface="Cambria" panose="02040503050406030204" pitchFamily="18" charset="0"/>
              </a:rPr>
              <a:t>gemini</a:t>
            </a:r>
            <a:r>
              <a:rPr lang="en-IN" altLang="en-AS" dirty="0">
                <a:latin typeface="Cambria" panose="02040503050406030204" pitchFamily="18" charset="0"/>
                <a:ea typeface="Cambria" panose="02040503050406030204" pitchFamily="18" charset="0"/>
              </a:rPr>
              <a:t> 1.5</a:t>
            </a:r>
            <a:endParaRPr lang="en-AS" altLang="en-A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AS" altLang="en-AS" dirty="0">
                <a:latin typeface="Cambria" panose="02040503050406030204" pitchFamily="18" charset="0"/>
                <a:ea typeface="Cambria" panose="02040503050406030204" pitchFamily="18" charset="0"/>
              </a:rPr>
              <a:t>Gamification system (6 levels + 15 badges)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AS" altLang="en-AS" dirty="0">
                <a:latin typeface="Cambria" panose="02040503050406030204" pitchFamily="18" charset="0"/>
                <a:ea typeface="Cambria" panose="02040503050406030204" pitchFamily="18" charset="0"/>
              </a:rPr>
              <a:t>Real-time analytics dashboard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AS" altLang="en-AS" dirty="0">
                <a:latin typeface="Cambria" panose="02040503050406030204" pitchFamily="18" charset="0"/>
                <a:ea typeface="Cambria" panose="02040503050406030204" pitchFamily="18" charset="0"/>
              </a:rPr>
              <a:t>Quiz system with smart scoring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AS" altLang="en-AS" dirty="0">
                <a:latin typeface="Cambria" panose="02040503050406030204" pitchFamily="18" charset="0"/>
                <a:ea typeface="Cambria" panose="02040503050406030204" pitchFamily="18" charset="0"/>
              </a:rPr>
              <a:t>Secure authentication using Firebase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3321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EC9CF6-1840-9570-A59E-B9461128C317}"/>
              </a:ext>
            </a:extLst>
          </p:cNvPr>
          <p:cNvSpPr txBox="1"/>
          <p:nvPr/>
        </p:nvSpPr>
        <p:spPr>
          <a:xfrm>
            <a:off x="363794" y="452284"/>
            <a:ext cx="115430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Cambria" panose="02040503050406030204" pitchFamily="18" charset="0"/>
                <a:ea typeface="Cambria" panose="02040503050406030204" pitchFamily="18" charset="0"/>
              </a:rPr>
              <a:t>TECH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924F0B-FEA7-EF2D-D82F-1202733BAD06}"/>
              </a:ext>
            </a:extLst>
          </p:cNvPr>
          <p:cNvSpPr txBox="1"/>
          <p:nvPr/>
        </p:nvSpPr>
        <p:spPr>
          <a:xfrm>
            <a:off x="570271" y="1828799"/>
            <a:ext cx="261538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Frontend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React + TypeScript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Vite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Tailwind CSS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React Router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AS" altLang="en-A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28871D-B211-04E7-8C99-9D76A43DD1FF}"/>
              </a:ext>
            </a:extLst>
          </p:cNvPr>
          <p:cNvSpPr txBox="1"/>
          <p:nvPr/>
        </p:nvSpPr>
        <p:spPr>
          <a:xfrm>
            <a:off x="5732206" y="2113935"/>
            <a:ext cx="34806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Backend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Firebase Authentication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Firebase Realtime Database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Firebase Analytics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5922DB-76D7-D461-BE48-9F41CDE6D3E7}"/>
              </a:ext>
            </a:extLst>
          </p:cNvPr>
          <p:cNvSpPr txBox="1"/>
          <p:nvPr/>
        </p:nvSpPr>
        <p:spPr>
          <a:xfrm>
            <a:off x="5810865" y="445228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AI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Qubrid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Platform API  or Gemini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api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key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Llama 3.3 70B Instruct Model</a:t>
            </a:r>
          </a:p>
        </p:txBody>
      </p:sp>
    </p:spTree>
    <p:extLst>
      <p:ext uri="{BB962C8B-B14F-4D97-AF65-F5344CB8AC3E}">
        <p14:creationId xmlns:p14="http://schemas.microsoft.com/office/powerpoint/2010/main" val="1579217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2F4873-2253-1D2A-2422-B2563806704D}"/>
              </a:ext>
            </a:extLst>
          </p:cNvPr>
          <p:cNvSpPr txBox="1"/>
          <p:nvPr/>
        </p:nvSpPr>
        <p:spPr>
          <a:xfrm>
            <a:off x="599768" y="462116"/>
            <a:ext cx="94782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Cambria" panose="02040503050406030204" pitchFamily="18" charset="0"/>
                <a:ea typeface="Cambria" panose="02040503050406030204" pitchFamily="18" charset="0"/>
              </a:rPr>
              <a:t>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6D5CF2-A897-9DAE-64AE-C9427505BF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68" y="1418370"/>
            <a:ext cx="10520516" cy="4901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552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D0EA37-2116-6759-9E5F-5466D4B89F31}"/>
              </a:ext>
            </a:extLst>
          </p:cNvPr>
          <p:cNvSpPr txBox="1"/>
          <p:nvPr/>
        </p:nvSpPr>
        <p:spPr>
          <a:xfrm>
            <a:off x="776748" y="491613"/>
            <a:ext cx="89473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Cambria" panose="02040503050406030204" pitchFamily="18" charset="0"/>
                <a:ea typeface="Cambria" panose="02040503050406030204" pitchFamily="18" charset="0"/>
              </a:rPr>
              <a:t>FLOW DIAGRAM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E4CD76-D2A1-8D83-CAA8-D5BB4FC181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22" y="2076096"/>
            <a:ext cx="11464413" cy="270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352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11255F-CED5-E429-C8AF-A55D0D194D40}"/>
              </a:ext>
            </a:extLst>
          </p:cNvPr>
          <p:cNvSpPr txBox="1"/>
          <p:nvPr/>
        </p:nvSpPr>
        <p:spPr>
          <a:xfrm>
            <a:off x="511277" y="501445"/>
            <a:ext cx="107269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Cambria" panose="02040503050406030204" pitchFamily="18" charset="0"/>
                <a:ea typeface="Cambria" panose="02040503050406030204" pitchFamily="18" charset="0"/>
              </a:rPr>
              <a:t>AI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944CCC-CB02-DC11-C989-81944E48F2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2" y="1482709"/>
            <a:ext cx="9665111" cy="526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259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251</Words>
  <Application>Microsoft Office PowerPoint</Application>
  <PresentationFormat>Widescreen</PresentationFormat>
  <Paragraphs>49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Cambria</vt:lpstr>
      <vt:lpstr>Times New Roman</vt:lpstr>
      <vt:lpstr>Wingdings</vt:lpstr>
      <vt:lpstr>Office Theme</vt:lpstr>
      <vt:lpstr>TEAM -019</vt:lpstr>
      <vt:lpstr>PROBLEM STATEMENT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 s</dc:creator>
  <cp:lastModifiedBy>Arun s</cp:lastModifiedBy>
  <cp:revision>1</cp:revision>
  <dcterms:created xsi:type="dcterms:W3CDTF">2026-02-26T06:45:04Z</dcterms:created>
  <dcterms:modified xsi:type="dcterms:W3CDTF">2026-02-26T07:33:55Z</dcterms:modified>
</cp:coreProperties>
</file>